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54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1148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554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41148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554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41148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554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41148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554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41148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1554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0" y="41148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1280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2926080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45720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Cargo Auction Marketplace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27432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unclaimed port cargo into a global, sustainable marketplace — powered by DP World's network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520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60D14"/>
                </a:solidFill>
              </a:rPr>
              <a:t>MULTI-GEOGRAPHY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874520" y="35204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A5C3A"/>
          </a:solidFill>
          <a:ln/>
        </p:spPr>
      </p:sp>
      <p:sp>
        <p:nvSpPr>
          <p:cNvPr id="35" name="Text 33"/>
          <p:cNvSpPr/>
          <p:nvPr/>
        </p:nvSpPr>
        <p:spPr>
          <a:xfrm>
            <a:off x="1874520" y="3520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22C97A"/>
                </a:solidFill>
              </a:rPr>
              <a:t>SUSTAINABILITY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291840" y="35204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3520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AI-POWERED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035040" y="1188720"/>
            <a:ext cx="2834640" cy="338328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0A500"/>
                </a:solidFill>
              </a:rPr>
              <a:t>TEAM KK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1874520"/>
            <a:ext cx="269748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9385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Hariharan S 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215798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RA2311003050437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63640" y="233172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A500"/>
                </a:solidFill>
              </a:rPr>
              <a:t>Team Lead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72200" y="2679192"/>
            <a:ext cx="269748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743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Sangameshwaran 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296265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RA2311003050260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63640" y="313639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97A"/>
                </a:solidFill>
              </a:rPr>
              <a:t>Member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72200" y="3483864"/>
            <a:ext cx="269748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5478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Santhosh RK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37673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RA2311003050411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63640" y="394106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97A"/>
                </a:solidFill>
              </a:rPr>
              <a:t>Member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A500"/>
                </a:solidFill>
              </a:rPr>
              <a:t>⬡  </a:t>
            </a:r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github.com/HARI-HL/cargox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0" y="4864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090A0"/>
                </a:solidFill>
              </a:rPr>
              <a:t>BITS Pilani Hyderabad  ·  DP World National Hackathon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65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</a:rPr>
              <a:t>PROJECT TITLE</a:t>
            </a:r>
            <a:endParaRPr lang="en-US" sz="90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</a:rPr>
              <a:t>&amp;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C4D8"/>
                </a:solidFill>
              </a:rPr>
              <a:t>Port Cargo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0C4D8"/>
                </a:solidFill>
              </a:rPr>
              <a:t>Auction Marketplace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2606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B4C8"/>
                </a:solidFill>
              </a:rPr>
              <a:t>A B2B digital platform that enables verified businesses to bid on unclaimed, abandoned, and seized cargo from DP World's 70+ port terminals — globally, in real time.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github.com/HARI-HL/cargox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" y="4023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0A0"/>
                </a:solidFill>
              </a:rPr>
              <a:t>Live prototype available at link above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0" y="320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B2A"/>
                </a:solidFill>
              </a:rPr>
              <a:t>TEAM KK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777240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777240"/>
            <a:ext cx="64008" cy="1143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033272"/>
            <a:ext cx="594360" cy="59436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033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4"/>
                </a:solidFill>
              </a:rPr>
              <a:t>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941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Hariharan S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RA2311003050437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0" y="1463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</a:rPr>
              <a:t>Team Lead  ·  Architecture &amp; Backend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2103120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0" y="2103120"/>
            <a:ext cx="64008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359152"/>
            <a:ext cx="594360" cy="594360"/>
          </a:xfrm>
          <a:prstGeom prst="ellipse">
            <a:avLst/>
          </a:prstGeom>
          <a:solidFill>
            <a:srgbClr val="1A2F4A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23591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Sangameshwaran 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RA2311003050260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Member  ·  Frontend &amp; UI/UX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3429000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0" y="3429000"/>
            <a:ext cx="64008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4297680" y="3685032"/>
            <a:ext cx="594360" cy="594360"/>
          </a:xfrm>
          <a:prstGeom prst="ellipse">
            <a:avLst/>
          </a:prstGeom>
          <a:solidFill>
            <a:srgbClr val="1A2F4A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685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Santhosh RK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3886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RA2311003050411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0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Member  ·  ML &amp; Data Pipeline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500"/>
                </a:solidFill>
              </a:rPr>
              <a:t>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Billions in cargo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languishes at ports.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Over 11 million TEUs of cargo are reported unclaimed or abandoned at ports each year (ITF/OECD 2022). This blocks berth capacity, raises port operating costs, and results in goods being destroyed or landfilled — a massive, solvable inefficiency.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2331720" cy="91440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Idle Cargo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044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11M+ TEUs unclaimed annually at global ports (ITF/OECD 2022)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0" y="2697480"/>
            <a:ext cx="2331720" cy="91440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3580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Port Congestion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3044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30% of port capacity lost to dwell-time inefficiencies (World Bank 2022)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2331720" cy="91440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Opaque Process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142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Only 12% of port auctions are digitised globally (Drewry Maritime 2023)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0" y="3794760"/>
            <a:ext cx="2331720" cy="91440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3580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160" y="38862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Waste &amp; Emissions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4142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Shipping contributes 2.89% of global CO₂ — unclaimed cargo worsens this (IMO 2023)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94960" y="548640"/>
            <a:ext cx="3383280" cy="42062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548640"/>
            <a:ext cx="33832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</a:rPr>
              <a:t>BY THE NUMBERS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1097280"/>
            <a:ext cx="315468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11338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$6T+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7784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global trade volume handled by sea freight annually (UNCTAD 2023)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0" y="1965960"/>
            <a:ext cx="315468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20025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90days+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577840" y="23957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avg dwell time before cargo is auctioned at Indian ports (JNPT Annual Report)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315468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28712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577840" y="32644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of global port capacity lost to idle/unclaimed containers (World Bank 2022)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0" y="3703320"/>
            <a:ext cx="315468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37398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2.89%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577840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global trade value lost yearly to logistics inefficiencies (McKinsey 2023)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500"/>
                </a:solidFill>
              </a:rPr>
              <a:t>PROPOSED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CargoX — The DP World Port Auction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</a:rPr>
              <a:t>A SaaS marketplace that digitises and globalises unclaimed cargo auctions across DP World's entire terminal network.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Port Authority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441448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774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List abandoned / seized lots instantly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" y="297180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9077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Upload customs manifest — AI auto-fills details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3502152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43814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Set reserve price, duration &amp; currency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" y="4032504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96849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Track ESG impact of every auction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17320"/>
            <a:ext cx="265176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3756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Verified Buyers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2441448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23774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Browse global lots with rich filters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297180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3547872" y="29077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Bid in real-time with live countdown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64992" y="3502152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3547872" y="343814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Multi-currency support (INR, USD, AED…)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4992" y="4032504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3547872" y="396849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Receive customs docs upon winning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1417320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417320"/>
            <a:ext cx="2651760" cy="54864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DP World / Govt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99632" y="2441448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6382512" y="23774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Full audit trail &amp; compliance reporting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9632" y="297180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29077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Revenue from otherwise-lost cargo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99632" y="3502152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9" name="Text 37"/>
          <p:cNvSpPr/>
          <p:nvPr/>
        </p:nvSpPr>
        <p:spPr>
          <a:xfrm>
            <a:off x="6382512" y="343814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Port space freed automatically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99632" y="4032504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396849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A"/>
                </a:solidFill>
              </a:rPr>
              <a:t>ESG dashboard for sustainability goals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500"/>
                </a:solidFill>
              </a:rPr>
              <a:t>HOW IT WORKS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Auction Lifecycle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Lists Cargo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Authority uploads manifest. AI auto-extracts lot details, condition &amp; ESG score.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92808" y="2606040"/>
            <a:ext cx="12801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9112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10058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53512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30552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Lot Goes 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Auction is published globally. Buyers across 70+ countries can browse &amp; bid.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11880" y="2606040"/>
            <a:ext cx="12801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758184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0058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67912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72584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9624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Bidding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9624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Live countdown, instant outbid alerts, multi-currency support built-in.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30952" y="2606040"/>
            <a:ext cx="12801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77256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10058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5586984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391656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68696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Auction Closes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68696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Winner verified. Customs docs auto-generated. Port space cleared.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50024" y="2606040"/>
            <a:ext cx="12801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Shape 31"/>
          <p:cNvSpPr/>
          <p:nvPr/>
        </p:nvSpPr>
        <p:spPr>
          <a:xfrm>
            <a:off x="7196328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6328" y="1005840"/>
            <a:ext cx="1554480" cy="54864"/>
          </a:xfrm>
          <a:prstGeom prst="rect">
            <a:avLst/>
          </a:prstGeom>
          <a:solidFill>
            <a:srgbClr val="22C97A"/>
          </a:solidFill>
          <a:ln/>
        </p:spPr>
      </p:sp>
      <p:sp>
        <p:nvSpPr>
          <p:cNvPr id="35" name="Text 33"/>
          <p:cNvSpPr/>
          <p:nvPr/>
        </p:nvSpPr>
        <p:spPr>
          <a:xfrm>
            <a:off x="7306056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110728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287768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ESG Recorded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CO₂ saved vs disposal calculated. Reported to DP World ESG dashboard.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6360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🌍  Multi-Geography: </a:t>
            </a:r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Supports INR, USD, AED, SGD, GBP, AUD — any DP World terminal globally    </a:t>
            </a:r>
            <a:pPr indent="0" marL="0">
              <a:buNone/>
            </a:pPr>
            <a:r>
              <a:rPr lang="en-US" sz="850" b="1" dirty="0">
                <a:solidFill>
                  <a:srgbClr val="22C97A"/>
                </a:solidFill>
              </a:rPr>
              <a:t>🌱  Sustainability: </a:t>
            </a:r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Every auction calculates &amp; reports CO₂ saved vs cargo disposal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500"/>
                </a:solidFill>
              </a:rPr>
              <a:t>TECHNOLOGY 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 — Free, Open-Source, Production-Grade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6596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" y="1435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React.js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Component-based UI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86000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Tailwind CSS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Responsive styling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200400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Socket.io Client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Live bid updates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960120"/>
            <a:ext cx="19659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13716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68880" y="1371600"/>
            <a:ext cx="54864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615184" y="1435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Node.js + Express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1518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REST API server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22860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286000"/>
            <a:ext cx="54864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615184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Socket.io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15184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Real-time auction engine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32004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3200400"/>
            <a:ext cx="54864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2615184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JWT Auth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1518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Secure buyer verification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960120"/>
            <a:ext cx="1965960" cy="365760"/>
          </a:xfrm>
          <a:prstGeom prst="rect">
            <a:avLst/>
          </a:prstGeom>
          <a:solidFill>
            <a:srgbClr val="1A4A2A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AI / ML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13716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1371600"/>
            <a:ext cx="54864" cy="804672"/>
          </a:xfrm>
          <a:prstGeom prst="rect">
            <a:avLst/>
          </a:prstGeom>
          <a:solidFill>
            <a:srgbClr val="1A4A2A"/>
          </a:solidFill>
          <a:ln/>
        </p:spPr>
      </p:sp>
      <p:sp>
        <p:nvSpPr>
          <p:cNvPr id="37" name="Text 35"/>
          <p:cNvSpPr/>
          <p:nvPr/>
        </p:nvSpPr>
        <p:spPr>
          <a:xfrm>
            <a:off x="4764024" y="1435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Python + spaCy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6402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Manifest NLP extraction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22860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286000"/>
            <a:ext cx="54864" cy="804672"/>
          </a:xfrm>
          <a:prstGeom prst="rect">
            <a:avLst/>
          </a:prstGeom>
          <a:solidFill>
            <a:srgbClr val="1A4A2A"/>
          </a:solidFill>
          <a:ln/>
        </p:spPr>
      </p:sp>
      <p:sp>
        <p:nvSpPr>
          <p:cNvPr id="41" name="Text 39"/>
          <p:cNvSpPr/>
          <p:nvPr/>
        </p:nvSpPr>
        <p:spPr>
          <a:xfrm>
            <a:off x="4764024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Scikit-learn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64024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Price suggestion model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17720" y="32004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3200400"/>
            <a:ext cx="54864" cy="804672"/>
          </a:xfrm>
          <a:prstGeom prst="rect">
            <a:avLst/>
          </a:prstGeom>
          <a:solidFill>
            <a:srgbClr val="1A4A2A"/>
          </a:solidFill>
          <a:ln/>
        </p:spPr>
      </p:sp>
      <p:sp>
        <p:nvSpPr>
          <p:cNvPr id="45" name="Text 43"/>
          <p:cNvSpPr/>
          <p:nvPr/>
        </p:nvSpPr>
        <p:spPr>
          <a:xfrm>
            <a:off x="4764024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Carbon API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6402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ESG CO₂ calculator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66560" y="960120"/>
            <a:ext cx="1965960" cy="365760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DATA &amp; INFRA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66560" y="13716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66560" y="1371600"/>
            <a:ext cx="54864" cy="804672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51" name="Text 49"/>
          <p:cNvSpPr/>
          <p:nvPr/>
        </p:nvSpPr>
        <p:spPr>
          <a:xfrm>
            <a:off x="6912864" y="1435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PostgreSQL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1286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Lot &amp; bid database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66560" y="22860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0" y="2286000"/>
            <a:ext cx="54864" cy="804672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55" name="Text 53"/>
          <p:cNvSpPr/>
          <p:nvPr/>
        </p:nvSpPr>
        <p:spPr>
          <a:xfrm>
            <a:off x="6912864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Redis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912864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Live auction state cache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66560" y="32004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66560" y="3200400"/>
            <a:ext cx="54864" cy="804672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59" name="Text 57"/>
          <p:cNvSpPr/>
          <p:nvPr/>
        </p:nvSpPr>
        <p:spPr>
          <a:xfrm>
            <a:off x="6912864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Docker + GitHub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91286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Containerised deploy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0040" y="4279392"/>
            <a:ext cx="8503920" cy="53035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57200" y="43159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📂  Full codebase, README &amp; setup guide:  </a:t>
            </a:r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github.com/HARI-HL/cargox</a:t>
            </a:r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   —  100% open source, zero paid APIs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500"/>
                </a:solidFill>
              </a:rPr>
              <a:t>BASIC PROTOTYPE — SYSTEM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CargoX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🏛️  Port Authority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581912"/>
            <a:ext cx="54864" cy="3200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960120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960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🏢  Buyer / Bidder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581912"/>
            <a:ext cx="54864" cy="3200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960120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960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DP World Admin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0" y="1581912"/>
            <a:ext cx="54864" cy="3200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01952"/>
            <a:ext cx="8138160" cy="566928"/>
          </a:xfrm>
          <a:prstGeom prst="rect">
            <a:avLst/>
          </a:prstGeom>
          <a:solidFill>
            <a:srgbClr val="1A3A5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019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⚡  API Gateway  +  JWT Auth  +  Socket.io Real-Time Layer  (Node.js / Express)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63040" y="2468880"/>
            <a:ext cx="54864" cy="274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2468880"/>
            <a:ext cx="54864" cy="274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2468880"/>
            <a:ext cx="54864" cy="274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2468880"/>
            <a:ext cx="54864" cy="274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743200"/>
            <a:ext cx="1920240" cy="914400"/>
          </a:xfrm>
          <a:prstGeom prst="rect">
            <a:avLst/>
          </a:prstGeom>
          <a:solidFill>
            <a:srgbClr val="1A3A2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27889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Auction Engine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(Redis cache)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3657600"/>
            <a:ext cx="54864" cy="256032"/>
          </a:xfrm>
          <a:prstGeom prst="rect">
            <a:avLst/>
          </a:prstGeom>
          <a:solidFill>
            <a:srgbClr val="8090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2743200"/>
            <a:ext cx="1920240" cy="914400"/>
          </a:xfrm>
          <a:prstGeom prst="rect">
            <a:avLst/>
          </a:prstGeom>
          <a:solidFill>
            <a:srgbClr val="1A2A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060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063240" y="27889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Manifest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Parser (spaCy)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3657600"/>
            <a:ext cx="54864" cy="256032"/>
          </a:xfrm>
          <a:prstGeom prst="rect">
            <a:avLst/>
          </a:prstGeom>
          <a:solidFill>
            <a:srgbClr val="8090A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2743200"/>
            <a:ext cx="1920240" cy="914400"/>
          </a:xfrm>
          <a:prstGeom prst="rect">
            <a:avLst/>
          </a:prstGeom>
          <a:solidFill>
            <a:srgbClr val="1A3A2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20640" y="27889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ESG CO₂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Calculator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3657600"/>
            <a:ext cx="54864" cy="256032"/>
          </a:xfrm>
          <a:prstGeom prst="rect">
            <a:avLst/>
          </a:prstGeom>
          <a:solidFill>
            <a:srgbClr val="8090A0"/>
          </a:solidFill>
          <a:ln/>
        </p:spPr>
      </p:sp>
      <p:sp>
        <p:nvSpPr>
          <p:cNvPr id="32" name="Shape 30"/>
          <p:cNvSpPr/>
          <p:nvPr/>
        </p:nvSpPr>
        <p:spPr>
          <a:xfrm>
            <a:off x="6629400" y="2743200"/>
            <a:ext cx="1920240" cy="914400"/>
          </a:xfrm>
          <a:prstGeom prst="rect">
            <a:avLst/>
          </a:prstGeom>
          <a:solidFill>
            <a:srgbClr val="2A1A3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208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27889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Geo &amp; Currency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Router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43800" y="3657600"/>
            <a:ext cx="54864" cy="256032"/>
          </a:xfrm>
          <a:prstGeom prst="rect">
            <a:avLst/>
          </a:prstGeom>
          <a:solidFill>
            <a:srgbClr val="8090A0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913632"/>
            <a:ext cx="8138160" cy="502920"/>
          </a:xfrm>
          <a:prstGeom prst="rect">
            <a:avLst/>
          </a:prstGeom>
          <a:solidFill>
            <a:srgbClr val="1A2F4A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13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🗄️  PostgreSQL (Lots · Bids · Users)   |   📁  File Store (Manifests)   |   📈  ESG Reporting DB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500"/>
                </a:solidFill>
              </a:rPr>
              <a:t>MARKET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Underserved Market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029200" cy="3840480"/>
          </a:xfrm>
          <a:prstGeom prst="roundRect">
            <a:avLst>
              <a:gd name="adj" fmla="val 3571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25880"/>
            <a:ext cx="4114800" cy="301752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737360"/>
            <a:ext cx="3108960" cy="2148840"/>
          </a:xfrm>
          <a:prstGeom prst="roundRect">
            <a:avLst>
              <a:gd name="adj" fmla="val 6383"/>
            </a:avLst>
          </a:prstGeom>
          <a:solidFill>
            <a:srgbClr val="0D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B4C8"/>
                </a:solidFill>
              </a:rPr>
              <a:t>TAM  $1.8T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0A0"/>
                </a:solidFill>
              </a:rPr>
              <a:t>SAM  $80B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SOM
</a:t>
            </a:r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</a:rPr>
              <a:t>$3.2B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97A"/>
                </a:solidFill>
              </a:rPr>
              <a:t>Year 1 Target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77840" y="914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1B2A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77840" y="1234440"/>
            <a:ext cx="3200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24144" y="12984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GovPlanet / IronPlanet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24144" y="1536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✓ Large inventory   ✗ Not port-specific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2011680"/>
            <a:ext cx="3200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24144" y="20756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Customs Dept Auctions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24144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✓ Official channel   ✗ Manual, offline, slow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77840" y="2788920"/>
            <a:ext cx="3200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4144" y="2852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TradeKey / Alibaba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24144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✓ Global reach   ✗ No unclaimed cargo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3566160"/>
            <a:ext cx="3200400" cy="685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3566160"/>
            <a:ext cx="64008" cy="6858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5724144" y="36301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CargoX (us) 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24144" y="3867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✓ Port-native, AI, ESG   ✗ 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500"/>
                </a:solidFill>
              </a:rPr>
              <a:t>BUSINESS CASE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 &amp; Cost Estimate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</a:rPr>
              <a:t>DEVELOPMENT COST (MVP)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50292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(React)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0A0"/>
                </a:solidFill>
              </a:rPr>
              <a:t>Open source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17520" y="1353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97A"/>
                </a:solidFill>
              </a:rPr>
              <a:t>~₹0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4114800" cy="50292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20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(Node + Express)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0A0"/>
                </a:solidFill>
              </a:rPr>
              <a:t>Open source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0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97A"/>
                </a:solidFill>
              </a:rPr>
              <a:t>~₹0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4114800" cy="50292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NLP (spaCy, Python)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706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0A0"/>
                </a:solidFill>
              </a:rPr>
              <a:t>Free libraries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17520" y="24871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97A"/>
                </a:solidFill>
              </a:rPr>
              <a:t>~₹0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999232"/>
            <a:ext cx="4114800" cy="50292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54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 (PostgreSQL)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273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0A0"/>
                </a:solidFill>
              </a:rPr>
              <a:t>Free tier / self-hosted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17520" y="30540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97A"/>
                </a:solidFill>
              </a:rPr>
              <a:t>~₹0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114800" cy="50292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21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Hosting (Render / Railway)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840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0A0"/>
                </a:solidFill>
              </a:rPr>
              <a:t>Free tier available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17520" y="362102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97A"/>
                </a:solidFill>
              </a:rPr>
              <a:t>₹0–800/mo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4114800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D14"/>
                </a:solidFill>
              </a:rPr>
              <a:t>Total MVP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0D14"/>
                </a:solidFill>
              </a:rPr>
              <a:t>&lt; ₹5,000/mo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960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</a:rPr>
              <a:t>REVENUE MODEL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1298448"/>
            <a:ext cx="3931920" cy="713232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298448"/>
            <a:ext cx="64008" cy="7132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Transaction Fee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0" y="1627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Per successful auction close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23760" y="13716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2–5%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46320" y="2103120"/>
            <a:ext cx="3931920" cy="713232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103120"/>
            <a:ext cx="64008" cy="7132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1762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Premium Listings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0" y="24323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Featured &amp; boosted lots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23760" y="21762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₹2,000/lot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2907792"/>
            <a:ext cx="3931920" cy="713232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907792"/>
            <a:ext cx="64008" cy="7132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2980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Buyer Subscription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0" y="3236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Priority access &amp; alerts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23760" y="29809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₹999/mo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846320" y="3712464"/>
            <a:ext cx="3931920" cy="713232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712464"/>
            <a:ext cx="64008" cy="7132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785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ESG Reporting API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0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0A0"/>
                </a:solidFill>
              </a:rPr>
              <a:t>Licensed to port operators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23760" y="37856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B2B SaaS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500"/>
                </a:solidFill>
              </a:rPr>
              <a:t>INNOVATIVE ASPECTS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CargoX Stands Out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40280" y="115214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15214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AI/ML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AI Manifest Parser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A"/>
                </a:solidFill>
              </a:rPr>
              <a:t>Port authorities upload raw customs documents. Our NLP engine (spaCy) auto-extracts cargo type, weight, condition &amp; pricing — eliminating manual data entry entirely.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697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20640" y="115214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5214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0D14"/>
                </a:solidFill>
              </a:rPr>
              <a:t>★ BONUS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291840" y="16276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Multi-Geography by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93852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A"/>
                </a:solidFill>
              </a:rPr>
              <a:t>Multi-currency bidding (INR, USD, AED, SGD, GBP, AUD), jurisdiction-aware compliance rules, and localised tax docs — built for DP World's 70+ country network from day one.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005840"/>
            <a:ext cx="2697480" cy="54864"/>
          </a:xfrm>
          <a:prstGeom prst="rect">
            <a:avLst/>
          </a:prstGeom>
          <a:solidFill>
            <a:srgbClr val="22C97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01000" y="115214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22C97A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115214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★ BONUS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172200" y="16276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Sustainability Score 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193852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A"/>
                </a:solidFill>
              </a:rPr>
              <a:t>Every auction auto-calculates CO₂ saved vs destruction/disposal. Aggregated to a live ESG dashboard, directly feeding DP World's "Our World, Our Future" sustainability reporting.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8036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240280" y="302666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2240280" y="30266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SCALABLE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11480" y="35021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Real-Time Auction Engine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381304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A"/>
                </a:solidFill>
              </a:rPr>
              <a:t>Socket.io powered live bidding — instant outbid notifications, countdown timers, and bid history. Works for 10 users today, architected for 10,000 via Redis &amp; horizontal scaling.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0" y="28803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88036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120640" y="302666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4A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30266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UX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291840" y="35021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Automated Customs Docs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91840" y="381304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A"/>
                </a:solidFill>
              </a:rPr>
              <a:t>Winning bidder receives auto-generated customs clearance documents within 48 hours — removing the biggest friction point in port cargo acquisition for SME importers.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0760" y="28803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0760" y="288036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001000" y="302666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8001000" y="30266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STRATEGIC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172200" y="35021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DP World Network Lock-In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72200" y="381304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A"/>
                </a:solidFill>
              </a:rPr>
              <a:t>Directly integrates into existing terminal operations. Port authorities list lots, DP World collects platform fees, and the ecosystem strengthens with every new terminal onboarded.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pPr indent="0" marL="0">
              <a:buNone/>
            </a:pP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pPr indent="0" marL="0">
              <a:buNone/>
            </a:pP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6072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6072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95528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95528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95528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95528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40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457200" y="1417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7200" dirty="0"/>
          </a:p>
        </p:txBody>
      </p:sp>
      <p:sp>
        <p:nvSpPr>
          <p:cNvPr id="45" name="Text 43"/>
          <p:cNvSpPr/>
          <p:nvPr/>
        </p:nvSpPr>
        <p:spPr>
          <a:xfrm>
            <a:off x="457200" y="2423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C4D8"/>
                </a:solidFill>
              </a:rPr>
              <a:t>CargoX — Making abandoned port cargo work for everyone.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7200" y="3017520"/>
            <a:ext cx="2651760" cy="82296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94360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A500"/>
                </a:solidFill>
              </a:rPr>
              <a:t>📂  GitHub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436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github.com/HARI-HL/cargox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37560" y="3017520"/>
            <a:ext cx="2651760" cy="82296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474720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A500"/>
                </a:solidFill>
              </a:rPr>
              <a:t>🖥️  Prototype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7472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Live HTML demo included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3017520"/>
            <a:ext cx="2651760" cy="82296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355080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A500"/>
                </a:solidFill>
              </a:rPr>
              <a:t>📧  Contact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5508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Team KK — BITS Pilani Hyd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023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TEAM KK  ·  Hariharan S B  ·  Sangameshwaran M  ·  Santhosh RK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315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A"/>
                </a:solidFill>
              </a:rPr>
              <a:t>DP World National Hackathon 2026  ·  BITS Pilani Hyderabad Campus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5800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 WORLD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85800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090A0"/>
                </a:solidFill>
              </a:rPr>
              <a:t>HACKATHON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CargoX — DP World Hackathon</dc:title>
  <dc:subject>PptxGenJS Presentation</dc:subject>
  <dc:creator>PptxGenJS</dc:creator>
  <cp:lastModifiedBy>PptxGenJS</cp:lastModifiedBy>
  <cp:revision>1</cp:revision>
  <dcterms:created xsi:type="dcterms:W3CDTF">2026-03-28T04:03:24Z</dcterms:created>
  <dcterms:modified xsi:type="dcterms:W3CDTF">2026-03-28T04:03:24Z</dcterms:modified>
</cp:coreProperties>
</file>